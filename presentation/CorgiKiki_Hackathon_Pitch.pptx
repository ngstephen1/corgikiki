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758"/>
          </a:solidFill>
          <a:ln w="12700">
            <a:solidFill>
              <a:srgbClr val="F477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CORGIKIKI  /  HACKATHON PITCH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7132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AI architecture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sketching buddy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beginners, the blank page is the hardest part.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30352" y="3712464"/>
            <a:ext cx="6903720" cy="960120"/>
          </a:xfrm>
          <a:prstGeom prst="roundRect">
            <a:avLst>
              <a:gd name="adj" fmla="val 14286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886200"/>
            <a:ext cx="6355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sketch exercises turn first lines into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feedback and a clear next step.</a:t>
            </a:r>
            <a:endParaRPr lang="en-US" sz="2100" dirty="0"/>
          </a:p>
        </p:txBody>
      </p:sp>
      <p:pic>
        <p:nvPicPr>
          <p:cNvPr id="8" name="Image 0" descr="/tmp/corgikiki-deck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32588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824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to see space. Then draw it.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CORGIKIKI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18520" y="228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sketch, one focused next step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556248"/>
            <a:ext cx="11183112" cy="0"/>
          </a:xfrm>
          <a:prstGeom prst="line">
            <a:avLst/>
          </a:prstGeom>
          <a:noFill/>
          <a:ln w="12700">
            <a:solidFill>
              <a:srgbClr val="E9DCC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learning loop for first-year drawing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21208" y="2331720"/>
            <a:ext cx="2011680" cy="2286000"/>
          </a:xfrm>
          <a:prstGeom prst="roundRect">
            <a:avLst>
              <a:gd name="adj" fmla="val 6818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04088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" y="357530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Cube, room, or hallway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78608" y="31546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825496" y="2331720"/>
            <a:ext cx="2011680" cy="2286000"/>
          </a:xfrm>
          <a:prstGeom prst="roundRect">
            <a:avLst>
              <a:gd name="adj" fmla="val 6818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08376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08376" y="357530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with guides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82896" y="31546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129784" y="2331720"/>
            <a:ext cx="2011680" cy="2286000"/>
          </a:xfrm>
          <a:prstGeom prst="roundRect">
            <a:avLst>
              <a:gd name="adj" fmla="val 6818"/>
            </a:avLst>
          </a:prstGeom>
          <a:solidFill>
            <a:srgbClr val="F47758"/>
          </a:solidFill>
          <a:ln w="12700">
            <a:solidFill>
              <a:srgbClr val="F477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12664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12664" y="357530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the canvas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87184" y="31546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434072" y="2331720"/>
            <a:ext cx="2011680" cy="2286000"/>
          </a:xfrm>
          <a:prstGeom prst="roundRect">
            <a:avLst>
              <a:gd name="adj" fmla="val 6818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616952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16952" y="357530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 + Kiki Coach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91472" y="31546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9738360" y="2331720"/>
            <a:ext cx="2011680" cy="2286000"/>
          </a:xfrm>
          <a:prstGeom prst="roundRect">
            <a:avLst>
              <a:gd name="adj" fmla="val 6818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92124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921240" y="357530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tailored practice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0352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shortcut: load a sample drawing, then request AI Review.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CORGIKIKI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18520" y="228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sketch powers learning and career guidance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556248"/>
            <a:ext cx="11183112" cy="0"/>
          </a:xfrm>
          <a:prstGeom prst="line">
            <a:avLst/>
          </a:prstGeom>
          <a:noFill/>
          <a:ln w="12700">
            <a:solidFill>
              <a:srgbClr val="E9DCC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+ TypeScript frontend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24928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Server-side API routes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Drawing canvas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83280" y="2084832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23500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geometry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60920" y="2084832"/>
            <a:ext cx="4297680" cy="1005840"/>
          </a:xfrm>
          <a:prstGeom prst="roundRect">
            <a:avLst>
              <a:gd name="adj" fmla="val 10909"/>
            </a:avLst>
          </a:prstGeom>
          <a:solidFill>
            <a:srgbClr val="F47758"/>
          </a:solidFill>
          <a:ln w="12700">
            <a:solidFill>
              <a:srgbClr val="F477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71816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/api/review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53328" y="2587752"/>
            <a:ext cx="1060704" cy="0"/>
          </a:xfrm>
          <a:prstGeom prst="line">
            <a:avLst/>
          </a:prstGeom>
          <a:noFill/>
          <a:ln w="31750">
            <a:solidFill>
              <a:srgbClr val="F47758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254496" y="22951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7360920" y="3685032"/>
            <a:ext cx="2011680" cy="1124712"/>
          </a:xfrm>
          <a:prstGeom prst="roundRect">
            <a:avLst>
              <a:gd name="adj" fmla="val 9756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39136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Vision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46920" y="3685032"/>
            <a:ext cx="2011680" cy="1124712"/>
          </a:xfrm>
          <a:prstGeom prst="roundRect">
            <a:avLst>
              <a:gd name="adj" fmla="val 9756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93808" y="39136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Kiki Drawing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81744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60920" y="5212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+ career map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34107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2500" dirty="0"/>
          </a:p>
        </p:txBody>
      </p:sp>
      <p:sp>
        <p:nvSpPr>
          <p:cNvPr id="23" name="Shape 21"/>
          <p:cNvSpPr/>
          <p:nvPr/>
        </p:nvSpPr>
        <p:spPr>
          <a:xfrm>
            <a:off x="548640" y="3858768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292724"/>
          </a:solidFill>
          <a:ln w="12700">
            <a:solidFill>
              <a:srgbClr val="2927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873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Kiki   /api/chat   /   web search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58887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Review, chat, and job search call OpenAI on the server.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CORGIKIKI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18520" y="228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sketch feedback to career direction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6556248"/>
            <a:ext cx="11183112" cy="0"/>
          </a:xfrm>
          <a:prstGeom prst="line">
            <a:avLst/>
          </a:prstGeom>
          <a:noFill/>
          <a:ln w="12700">
            <a:solidFill>
              <a:srgbClr val="E9DCCB"/>
            </a:solidFill>
            <a:prstDash val="solid"/>
            <a:headEnd type="none"/>
            <a:tailEnd type="none"/>
          </a:ln>
        </p:spPr>
      </p:sp>
      <p:pic>
        <p:nvPicPr>
          <p:cNvPr id="6" name="Image 0" descr="/tmp/corgikiki-deck/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99032"/>
            <a:ext cx="562356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01968" y="1417320"/>
            <a:ext cx="5010912" cy="4352544"/>
          </a:xfrm>
          <a:prstGeom prst="roundRect">
            <a:avLst>
              <a:gd name="adj" fmla="val 2521"/>
            </a:avLst>
          </a:prstGeom>
          <a:solidFill>
            <a:srgbClr val="FFFCF7"/>
          </a:solidFill>
          <a:ln w="12700">
            <a:solidFill>
              <a:srgbClr val="E9DC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691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83296" y="1664208"/>
            <a:ext cx="3200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with undo, eraser, clear, and perspective guides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03720" y="2286000"/>
            <a:ext cx="4389120" cy="0"/>
          </a:xfrm>
          <a:prstGeom prst="line">
            <a:avLst/>
          </a:prstGeom>
          <a:noFill/>
          <a:ln w="12700">
            <a:solidFill>
              <a:srgbClr val="E9DCCB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6903720" y="2450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83296" y="2423160"/>
            <a:ext cx="3200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variations and a career roadmap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03720" y="3044952"/>
            <a:ext cx="4389120" cy="0"/>
          </a:xfrm>
          <a:prstGeom prst="line">
            <a:avLst/>
          </a:prstGeom>
          <a:noFill/>
          <a:ln w="12700">
            <a:solidFill>
              <a:srgbClr val="E9DCCB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6903720" y="32095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83296" y="3182112"/>
            <a:ext cx="3200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critique of perspective and proportions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903720" y="3803904"/>
            <a:ext cx="4389120" cy="0"/>
          </a:xfrm>
          <a:prstGeom prst="line">
            <a:avLst/>
          </a:prstGeom>
          <a:noFill/>
          <a:ln w="12700">
            <a:solidFill>
              <a:srgbClr val="E9DCCB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/>
          <p:nvPr/>
        </p:nvSpPr>
        <p:spPr>
          <a:xfrm>
            <a:off x="6903720" y="39684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83296" y="3941064"/>
            <a:ext cx="3200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Kiki Coach turns critique into a practice exercise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903720" y="4562856"/>
            <a:ext cx="4389120" cy="0"/>
          </a:xfrm>
          <a:prstGeom prst="line">
            <a:avLst/>
          </a:prstGeom>
          <a:noFill/>
          <a:ln w="12700">
            <a:solidFill>
              <a:srgbClr val="E9DCCB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6903720" y="4727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83296" y="4700016"/>
            <a:ext cx="3200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927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tutor with cited web resources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8640" y="60167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match and readiness reuse the same Vision Critic result.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274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D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a first sketch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become a lesson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70432" y="28803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3D Cube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4564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70432" y="34564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Sample Drawing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40325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70432" y="403250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AI Review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94360" y="46085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70432" y="4608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career paths; start practice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452360" y="2880360"/>
            <a:ext cx="0" cy="2514600"/>
          </a:xfrm>
          <a:prstGeom prst="line">
            <a:avLst/>
          </a:prstGeom>
          <a:noFill/>
          <a:ln w="12700">
            <a:solidFill>
              <a:srgbClr val="6B625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86384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3346704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progress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exercise types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Richer visual guidance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599846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great architect starts with a sketch.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CorgiKiki: Your AI Architecture Sketching Buddy</dc:title>
  <dc:subject>Hackathon pitch</dc:subject>
  <dc:creator>CorgiKiki</dc:creator>
  <cp:lastModifiedBy>CorgiKiki</cp:lastModifiedBy>
  <cp:revision>1</cp:revision>
  <dcterms:created xsi:type="dcterms:W3CDTF">2026-10-14T00:05:10Z</dcterms:created>
  <dcterms:modified xsi:type="dcterms:W3CDTF">2026-10-14T00:05:10Z</dcterms:modified>
</cp:coreProperties>
</file>